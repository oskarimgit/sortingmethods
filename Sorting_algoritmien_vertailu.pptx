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Sorting-</a:t>
            </a:r>
            <a:r>
              <a:rPr dirty="0" err="1"/>
              <a:t>algoritmien</a:t>
            </a:r>
            <a:r>
              <a:rPr dirty="0"/>
              <a:t> </a:t>
            </a:r>
            <a:r>
              <a:rPr dirty="0" err="1"/>
              <a:t>vertailu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Mitattujen</a:t>
            </a:r>
            <a:r>
              <a:rPr dirty="0"/>
              <a:t> </a:t>
            </a:r>
            <a:r>
              <a:rPr dirty="0" err="1"/>
              <a:t>suoritus­aikojen</a:t>
            </a:r>
            <a:r>
              <a:rPr dirty="0"/>
              <a:t> ja </a:t>
            </a:r>
            <a:r>
              <a:rPr dirty="0" err="1"/>
              <a:t>teoreettisten</a:t>
            </a:r>
            <a:r>
              <a:rPr dirty="0"/>
              <a:t> </a:t>
            </a:r>
            <a:r>
              <a:rPr dirty="0" err="1"/>
              <a:t>aikavaativuuksien</a:t>
            </a:r>
            <a:r>
              <a:rPr dirty="0"/>
              <a:t> </a:t>
            </a:r>
            <a:r>
              <a:rPr dirty="0" err="1"/>
              <a:t>vertailu</a:t>
            </a:r>
            <a:endParaRPr dirty="0"/>
          </a:p>
          <a:p>
            <a:endParaRPr dirty="0"/>
          </a:p>
          <a:p>
            <a:r>
              <a:rPr dirty="0"/>
              <a:t>n = 10 000 ja n = 500 000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Teoreettiset</a:t>
            </a:r>
            <a:r>
              <a:rPr dirty="0"/>
              <a:t> </a:t>
            </a:r>
            <a:r>
              <a:rPr lang="en-US" dirty="0" err="1"/>
              <a:t>suoritusajat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Bubble Sort: O(n²)</a:t>
            </a:r>
          </a:p>
          <a:p>
            <a:r>
              <a:rPr dirty="0"/>
              <a:t>Insertion Sort: O(n²)</a:t>
            </a:r>
          </a:p>
          <a:p>
            <a:r>
              <a:rPr dirty="0"/>
              <a:t>Shell Sort: O(n log n)</a:t>
            </a:r>
          </a:p>
          <a:p>
            <a:r>
              <a:rPr dirty="0"/>
              <a:t>Quick Sort: O(n log n)</a:t>
            </a:r>
          </a:p>
          <a:p>
            <a:r>
              <a:rPr dirty="0"/>
              <a:t>Merge Sort: O(n log n)</a:t>
            </a:r>
          </a:p>
          <a:p>
            <a:r>
              <a:rPr dirty="0" err="1"/>
              <a:t>Arrays.sort</a:t>
            </a:r>
            <a:r>
              <a:rPr dirty="0"/>
              <a:t>: O(n log 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Mitatut</a:t>
            </a:r>
            <a:r>
              <a:rPr dirty="0"/>
              <a:t> </a:t>
            </a:r>
            <a:r>
              <a:rPr dirty="0" err="1"/>
              <a:t>ajat</a:t>
            </a:r>
            <a:r>
              <a:rPr dirty="0"/>
              <a:t> (n = 10 000)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Bubble Sort: </a:t>
            </a:r>
            <a:r>
              <a:rPr lang="en-US" dirty="0"/>
              <a:t>42957800 ns (42 </a:t>
            </a:r>
            <a:r>
              <a:rPr lang="en-US" dirty="0" err="1"/>
              <a:t>ms</a:t>
            </a:r>
            <a:r>
              <a:rPr lang="en-US" dirty="0"/>
              <a:t>)</a:t>
            </a:r>
            <a:endParaRPr dirty="0"/>
          </a:p>
          <a:p>
            <a:r>
              <a:rPr dirty="0"/>
              <a:t>Insertion Sort: </a:t>
            </a:r>
            <a:r>
              <a:rPr lang="en-US" dirty="0"/>
              <a:t>12020400 ns (12 </a:t>
            </a:r>
            <a:r>
              <a:rPr lang="en-US" dirty="0" err="1"/>
              <a:t>ms</a:t>
            </a:r>
            <a:r>
              <a:rPr lang="en-US" dirty="0"/>
              <a:t>)</a:t>
            </a:r>
          </a:p>
          <a:p>
            <a:r>
              <a:rPr dirty="0"/>
              <a:t>Shell Sort: </a:t>
            </a:r>
            <a:r>
              <a:rPr lang="en-US" dirty="0"/>
              <a:t>2496800 ns (2 </a:t>
            </a:r>
            <a:r>
              <a:rPr lang="en-US" dirty="0" err="1"/>
              <a:t>ms</a:t>
            </a:r>
            <a:r>
              <a:rPr lang="en-US" dirty="0"/>
              <a:t>)</a:t>
            </a:r>
          </a:p>
          <a:p>
            <a:r>
              <a:rPr dirty="0"/>
              <a:t>Quick Sort: </a:t>
            </a:r>
            <a:r>
              <a:rPr lang="en-US" dirty="0"/>
              <a:t>1328600 ns (1 </a:t>
            </a:r>
            <a:r>
              <a:rPr lang="en-US" dirty="0" err="1"/>
              <a:t>ms</a:t>
            </a:r>
            <a:r>
              <a:rPr lang="en-US" dirty="0"/>
              <a:t>)</a:t>
            </a:r>
          </a:p>
          <a:p>
            <a:r>
              <a:rPr dirty="0"/>
              <a:t>Merge Sort: </a:t>
            </a:r>
            <a:r>
              <a:rPr lang="en-US" dirty="0"/>
              <a:t>280800 ns (0 </a:t>
            </a:r>
            <a:r>
              <a:rPr lang="en-US" dirty="0" err="1"/>
              <a:t>ms</a:t>
            </a:r>
            <a:r>
              <a:rPr lang="en-US" dirty="0"/>
              <a:t>)</a:t>
            </a:r>
          </a:p>
          <a:p>
            <a:r>
              <a:rPr dirty="0" err="1"/>
              <a:t>Arrays.sort</a:t>
            </a:r>
            <a:r>
              <a:rPr dirty="0"/>
              <a:t>: </a:t>
            </a:r>
            <a:r>
              <a:rPr lang="en-US" dirty="0"/>
              <a:t>2296500 ns (2 </a:t>
            </a:r>
            <a:r>
              <a:rPr lang="en-US" dirty="0" err="1"/>
              <a:t>ms</a:t>
            </a:r>
            <a:r>
              <a:rPr lang="en-US" dirty="0"/>
              <a:t>)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Mitatut ajat (n = 500 000)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Bubble Sort: </a:t>
            </a:r>
            <a:r>
              <a:rPr lang="en-US" dirty="0"/>
              <a:t>312275055600 ns (312275 </a:t>
            </a:r>
            <a:r>
              <a:rPr lang="en-US" dirty="0" err="1"/>
              <a:t>ms</a:t>
            </a:r>
            <a:r>
              <a:rPr lang="en-US" dirty="0"/>
              <a:t>)</a:t>
            </a:r>
            <a:endParaRPr dirty="0"/>
          </a:p>
          <a:p>
            <a:r>
              <a:rPr dirty="0"/>
              <a:t>Insertion Sort: </a:t>
            </a:r>
            <a:r>
              <a:rPr lang="en-US" dirty="0"/>
              <a:t>9966401500 ns (9966 </a:t>
            </a:r>
            <a:r>
              <a:rPr lang="en-US" dirty="0" err="1"/>
              <a:t>ms</a:t>
            </a:r>
            <a:r>
              <a:rPr lang="en-US" dirty="0"/>
              <a:t>)</a:t>
            </a:r>
          </a:p>
          <a:p>
            <a:r>
              <a:rPr dirty="0"/>
              <a:t>Shell Sort: </a:t>
            </a:r>
            <a:r>
              <a:rPr lang="en-US" dirty="0"/>
              <a:t>59754100 ns (59 </a:t>
            </a:r>
            <a:r>
              <a:rPr lang="en-US" dirty="0" err="1"/>
              <a:t>ms</a:t>
            </a:r>
            <a:r>
              <a:rPr lang="en-US" dirty="0"/>
              <a:t>)</a:t>
            </a:r>
          </a:p>
          <a:p>
            <a:r>
              <a:rPr dirty="0"/>
              <a:t>Quick Sort: </a:t>
            </a:r>
            <a:r>
              <a:rPr lang="en-US" dirty="0"/>
              <a:t>35075200 ns (35 </a:t>
            </a:r>
            <a:r>
              <a:rPr lang="en-US" dirty="0" err="1"/>
              <a:t>ms</a:t>
            </a:r>
            <a:r>
              <a:rPr lang="en-US" dirty="0"/>
              <a:t>)</a:t>
            </a:r>
          </a:p>
          <a:p>
            <a:r>
              <a:rPr dirty="0"/>
              <a:t>Merge Sort: </a:t>
            </a:r>
            <a:r>
              <a:rPr lang="en-US" dirty="0"/>
              <a:t>2667200 ns (2 </a:t>
            </a:r>
            <a:r>
              <a:rPr lang="en-US" dirty="0" err="1"/>
              <a:t>ms</a:t>
            </a:r>
            <a:r>
              <a:rPr lang="en-US" dirty="0"/>
              <a:t>)</a:t>
            </a:r>
          </a:p>
          <a:p>
            <a:r>
              <a:rPr dirty="0" err="1"/>
              <a:t>Arrays.sort</a:t>
            </a:r>
            <a:r>
              <a:rPr dirty="0"/>
              <a:t>: </a:t>
            </a:r>
            <a:r>
              <a:rPr lang="en-US" dirty="0"/>
              <a:t>107795100 ns (107 </a:t>
            </a:r>
            <a:r>
              <a:rPr lang="en-US" dirty="0" err="1"/>
              <a:t>ms</a:t>
            </a:r>
            <a:r>
              <a:rPr lang="en-US" dirty="0"/>
              <a:t>)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Havainnot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O(n²)-</a:t>
            </a:r>
            <a:r>
              <a:rPr dirty="0" err="1"/>
              <a:t>algoritmit</a:t>
            </a:r>
            <a:r>
              <a:rPr dirty="0"/>
              <a:t> </a:t>
            </a:r>
            <a:r>
              <a:rPr dirty="0" err="1"/>
              <a:t>hidastuvat</a:t>
            </a:r>
            <a:r>
              <a:rPr dirty="0"/>
              <a:t> </a:t>
            </a:r>
            <a:r>
              <a:rPr dirty="0" err="1"/>
              <a:t>dramaattisesti</a:t>
            </a:r>
            <a:endParaRPr dirty="0"/>
          </a:p>
          <a:p>
            <a:r>
              <a:rPr dirty="0"/>
              <a:t>O(n log n) -</a:t>
            </a:r>
            <a:r>
              <a:rPr dirty="0" err="1"/>
              <a:t>algoritmit</a:t>
            </a:r>
            <a:r>
              <a:rPr dirty="0"/>
              <a:t> </a:t>
            </a:r>
            <a:r>
              <a:rPr dirty="0" err="1"/>
              <a:t>skaalautuvat</a:t>
            </a:r>
            <a:r>
              <a:rPr dirty="0"/>
              <a:t> </a:t>
            </a:r>
            <a:r>
              <a:rPr dirty="0" err="1"/>
              <a:t>hyvin</a:t>
            </a:r>
            <a:endParaRPr dirty="0"/>
          </a:p>
          <a:p>
            <a:r>
              <a:rPr dirty="0"/>
              <a:t>Merge Sort </a:t>
            </a:r>
            <a:r>
              <a:rPr dirty="0" err="1"/>
              <a:t>oli</a:t>
            </a:r>
            <a:r>
              <a:rPr dirty="0"/>
              <a:t> </a:t>
            </a:r>
            <a:r>
              <a:rPr dirty="0" err="1"/>
              <a:t>nopein</a:t>
            </a:r>
            <a:r>
              <a:rPr dirty="0"/>
              <a:t> </a:t>
            </a:r>
            <a:r>
              <a:rPr dirty="0" err="1"/>
              <a:t>molemmissa</a:t>
            </a:r>
            <a:r>
              <a:rPr dirty="0"/>
              <a:t> </a:t>
            </a:r>
            <a:r>
              <a:rPr dirty="0" err="1"/>
              <a:t>testeissä</a:t>
            </a:r>
            <a:endParaRPr lang="en-US" dirty="0"/>
          </a:p>
          <a:p>
            <a:r>
              <a:rPr lang="en-US" dirty="0"/>
              <a:t>Bubble Sort </a:t>
            </a:r>
            <a:r>
              <a:rPr lang="en-US" dirty="0" err="1"/>
              <a:t>oli</a:t>
            </a:r>
            <a:r>
              <a:rPr lang="en-US" dirty="0"/>
              <a:t> </a:t>
            </a:r>
            <a:r>
              <a:rPr lang="en-US" dirty="0" err="1"/>
              <a:t>hitain</a:t>
            </a:r>
            <a:r>
              <a:rPr lang="en-US" dirty="0"/>
              <a:t> </a:t>
            </a:r>
            <a:r>
              <a:rPr lang="en-US" dirty="0" err="1"/>
              <a:t>molemmissa</a:t>
            </a:r>
            <a:r>
              <a:rPr lang="en-US" dirty="0"/>
              <a:t> </a:t>
            </a:r>
            <a:r>
              <a:rPr lang="en-US" dirty="0" err="1"/>
              <a:t>testeissä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Yhteenveto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Algoritmin</a:t>
            </a:r>
            <a:r>
              <a:rPr dirty="0"/>
              <a:t> </a:t>
            </a:r>
            <a:r>
              <a:rPr dirty="0" err="1"/>
              <a:t>valinta</a:t>
            </a:r>
            <a:r>
              <a:rPr dirty="0"/>
              <a:t> on </a:t>
            </a:r>
            <a:r>
              <a:rPr dirty="0" err="1"/>
              <a:t>ratkaisevaa</a:t>
            </a:r>
            <a:endParaRPr dirty="0"/>
          </a:p>
          <a:p>
            <a:r>
              <a:rPr dirty="0"/>
              <a:t>Teoria </a:t>
            </a:r>
            <a:r>
              <a:rPr dirty="0" err="1"/>
              <a:t>vastaa</a:t>
            </a:r>
            <a:r>
              <a:rPr dirty="0"/>
              <a:t> </a:t>
            </a:r>
            <a:r>
              <a:rPr dirty="0" err="1"/>
              <a:t>hyvin</a:t>
            </a:r>
            <a:r>
              <a:rPr dirty="0"/>
              <a:t> </a:t>
            </a:r>
            <a:r>
              <a:rPr dirty="0" err="1"/>
              <a:t>käytäntöä</a:t>
            </a:r>
            <a:endParaRPr dirty="0"/>
          </a:p>
          <a:p>
            <a:r>
              <a:rPr dirty="0" err="1"/>
              <a:t>Suuret</a:t>
            </a:r>
            <a:r>
              <a:rPr dirty="0"/>
              <a:t> </a:t>
            </a:r>
            <a:r>
              <a:rPr dirty="0" err="1"/>
              <a:t>syötteet</a:t>
            </a:r>
            <a:r>
              <a:rPr dirty="0"/>
              <a:t> </a:t>
            </a:r>
            <a:r>
              <a:rPr dirty="0" err="1"/>
              <a:t>vaativat</a:t>
            </a:r>
            <a:r>
              <a:rPr dirty="0"/>
              <a:t> </a:t>
            </a:r>
            <a:r>
              <a:rPr dirty="0" err="1"/>
              <a:t>tehokkaita</a:t>
            </a:r>
            <a:r>
              <a:rPr dirty="0"/>
              <a:t> </a:t>
            </a:r>
            <a:r>
              <a:rPr dirty="0" err="1"/>
              <a:t>algoritmeja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242</Words>
  <Application>Microsoft Office PowerPoint</Application>
  <PresentationFormat>Näytössä katseltava diaesitys (4:3)</PresentationFormat>
  <Paragraphs>34</Paragraphs>
  <Slides>6</Slides>
  <Notes>0</Notes>
  <HiddenSlides>0</HiddenSlides>
  <MMClips>0</MMClips>
  <ScaleCrop>false</ScaleCrop>
  <HeadingPairs>
    <vt:vector size="6" baseType="variant">
      <vt:variant>
        <vt:lpstr>Käytetyt fontit</vt:lpstr>
      </vt:variant>
      <vt:variant>
        <vt:i4>2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Sorting-algoritmien vertailu</vt:lpstr>
      <vt:lpstr>Teoreettiset suoritusajat</vt:lpstr>
      <vt:lpstr>Mitatut ajat (n = 10 000)</vt:lpstr>
      <vt:lpstr>Mitatut ajat (n = 500 000)</vt:lpstr>
      <vt:lpstr>Havainnot</vt:lpstr>
      <vt:lpstr>Yhteenveto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Oskari Mänty</dc:creator>
  <cp:keywords/>
  <dc:description>generated using python-pptx</dc:description>
  <cp:lastModifiedBy>Mänty, Oskari</cp:lastModifiedBy>
  <cp:revision>4</cp:revision>
  <dcterms:created xsi:type="dcterms:W3CDTF">2013-01-27T09:14:16Z</dcterms:created>
  <dcterms:modified xsi:type="dcterms:W3CDTF">2026-01-30T21:03:17Z</dcterms:modified>
  <cp:category/>
</cp:coreProperties>
</file>